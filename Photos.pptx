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66" r:id="rId4"/>
    <p:sldId id="267" r:id="rId5"/>
    <p:sldId id="269" r:id="rId6"/>
    <p:sldId id="268" r:id="rId7"/>
    <p:sldId id="261" r:id="rId8"/>
    <p:sldId id="263" r:id="rId9"/>
    <p:sldId id="264" r:id="rId10"/>
    <p:sldId id="257" r:id="rId11"/>
    <p:sldId id="258" r:id="rId12"/>
    <p:sldId id="259" r:id="rId13"/>
    <p:sldId id="260" r:id="rId14"/>
    <p:sldId id="26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3580" autoAdjust="0"/>
  </p:normalViewPr>
  <p:slideViewPr>
    <p:cSldViewPr snapToGrid="0">
      <p:cViewPr>
        <p:scale>
          <a:sx n="60" d="100"/>
          <a:sy n="60" d="100"/>
        </p:scale>
        <p:origin x="1140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D470B-8E13-75FF-10E8-B894D8FBFA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AA2C64-5087-EA0E-BE2F-F7F0782260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012800-9DA5-9762-89CC-8960865801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A5DC9-D560-4617-85B7-808D8379C761}" type="datetimeFigureOut">
              <a:rPr lang="en-US" smtClean="0"/>
              <a:t>5/21/2023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818753-6E9E-95D1-3B02-9725F120B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E48985-D045-A511-CF70-7AB8FD862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68E5E-F2F3-4C8B-AA54-1C4CF9B22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707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33C3B-247B-A3B4-E1CC-005DABD5A5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A7ED3F-373B-1D51-8DDB-5E85528E5A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4F726-DBED-9B95-8864-0E944AD99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A5DC9-D560-4617-85B7-808D8379C761}" type="datetimeFigureOut">
              <a:rPr lang="en-US" smtClean="0"/>
              <a:t>5/21/2023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BA7B79-D4E6-B630-88C2-B7D17008E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7B0A91-AF24-B06F-38AB-352A1C3EF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68E5E-F2F3-4C8B-AA54-1C4CF9B22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293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892BA-C25E-8DF6-F087-DE898EFD1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C0EC7C-CDB6-6FBD-6DC2-EAD717C956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EEF47A-00B9-BD87-A5E9-376E4A86F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A5DC9-D560-4617-85B7-808D8379C761}" type="datetimeFigureOut">
              <a:rPr lang="en-US" smtClean="0"/>
              <a:t>5/21/2023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723078-309F-A0AC-72D7-90F5002B9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79D70D-53F5-119F-DFC8-B5265E197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68E5E-F2F3-4C8B-AA54-1C4CF9B22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83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773A9-C35A-1285-3B95-BFA1678BA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B1B57-02FB-A05C-CAD1-C48F66D8C6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C7BF83-5CEE-9B58-6BE9-A1567EC1BB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6F266A-17A6-7F79-D397-9DD1EE271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A5DC9-D560-4617-85B7-808D8379C761}" type="datetimeFigureOut">
              <a:rPr lang="en-US" smtClean="0"/>
              <a:t>5/21/2023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5F7728-C1B0-7F49-89E3-F4A9E770F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A5A2DD-E428-604D-7BB5-9DB848ECF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68E5E-F2F3-4C8B-AA54-1C4CF9B22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94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26851-BE8E-D39A-B6E3-C4A63B020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D3D7FB-E749-8C2D-4255-DCC1EE93C8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7735DC-8278-1421-8F81-60E861E2DE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99DB1F-5F25-7928-2B64-6DA0595E18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401E23-FA16-0707-5AC6-2D8BB68AE40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1BF4BE-616A-B26C-147F-628DB8D43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A5DC9-D560-4617-85B7-808D8379C761}" type="datetimeFigureOut">
              <a:rPr lang="en-US" smtClean="0"/>
              <a:t>5/21/2023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9F2D7E-3342-0034-5BD1-E7DC2F286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B18EAE-F35C-5D77-7667-79354C0A1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68E5E-F2F3-4C8B-AA54-1C4CF9B22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88501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40AF2-0E97-20F8-3C93-74BB5DF4C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47E399-EB6B-79C6-9CB6-4AE19C061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A5DC9-D560-4617-85B7-808D8379C761}" type="datetimeFigureOut">
              <a:rPr lang="en-US" smtClean="0"/>
              <a:t>5/21/2023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4D03CD-4E40-50CA-72E6-EEA387E49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FC80B0-C777-BA87-770C-5EB7C7CA3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68E5E-F2F3-4C8B-AA54-1C4CF9B22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896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BB3258D-7944-7731-16BA-F9699F2DF3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A5DC9-D560-4617-85B7-808D8379C761}" type="datetimeFigureOut">
              <a:rPr lang="en-US" smtClean="0"/>
              <a:t>5/21/2023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703AD8-98E1-8087-FB1D-ABF4F17A5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9A07E5-8F3F-FD4D-E10E-D4AD9D4DD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68E5E-F2F3-4C8B-AA54-1C4CF9B22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9457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CC252-C424-240D-6C22-CF03FF2B8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D2F3A9-010C-5DD4-1847-5E2363273A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C85A61C-96AA-3398-3D87-7BD933E817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700729-86FB-6034-9428-35B04F0AA2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A5DC9-D560-4617-85B7-808D8379C761}" type="datetimeFigureOut">
              <a:rPr lang="en-US" smtClean="0"/>
              <a:t>5/21/2023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168469-B36B-F28A-4A0A-90F2EC213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396BF7-E94E-ECA3-69B8-BF0BAA15A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68E5E-F2F3-4C8B-AA54-1C4CF9B22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214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B5833-34B1-70A2-73AD-6E982168A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986DEB1-609C-5145-3A11-6CFE0CBEBA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103F5D-BD7F-3159-8886-11F74F1BAB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AC223D-D7F6-4541-014D-0609A3A8B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A5DC9-D560-4617-85B7-808D8379C761}" type="datetimeFigureOut">
              <a:rPr lang="en-US" smtClean="0"/>
              <a:t>5/21/2023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34B428-05B5-4459-F2C3-3F1E7D640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D9CF8E-F8CF-E9CC-E03E-9436A40D0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68E5E-F2F3-4C8B-AA54-1C4CF9B22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9952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2C97C-7EB4-6F0E-74C1-88103ADE1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0766A5-5561-E833-0936-B1506B7D1B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CA1E2-0A6A-78E6-A6F1-368F0D67B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A5DC9-D560-4617-85B7-808D8379C761}" type="datetimeFigureOut">
              <a:rPr lang="en-US" smtClean="0"/>
              <a:t>5/21/2023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ED2D54-969C-FD00-7E7A-1EC638259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D5C1AE-7C05-7E61-74C8-08494C90C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68E5E-F2F3-4C8B-AA54-1C4CF9B22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473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F617937-F2A6-35CE-5CC4-305F80175E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0E7356-56F7-3629-4D14-4DF56A1715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D088F7-0AE1-2A29-DF4E-727A6C088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2A5DC9-D560-4617-85B7-808D8379C761}" type="datetimeFigureOut">
              <a:rPr lang="en-US" smtClean="0"/>
              <a:t>5/21/2023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201478-67FD-E321-1D5B-6570ADAD6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F74DB1-7B72-D659-F053-854829DFB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A68E5E-F2F3-4C8B-AA54-1C4CF9B22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2002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970DB8-2E2D-4C62-D2F0-CCD01784E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4C5F24-6CA6-E7F4-7DDD-6F31E3B0E8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388120-52FB-7113-D102-7D854C31C2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2A5DC9-D560-4617-85B7-808D8379C761}" type="datetimeFigureOut">
              <a:rPr lang="en-US" smtClean="0"/>
              <a:t>5/21/2023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1F9579-FA37-34C6-9C3C-EE7861E3B6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CDA9F-AF2C-826A-85A5-280E32B10B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A68E5E-F2F3-4C8B-AA54-1C4CF9B22E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21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21592-D928-F355-A007-5DD1344C85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52175C-B4CD-E1E6-CB25-4C750A7FB9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4FE4A1A-A6EA-38F7-A54F-8EE148890A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75844" y="0"/>
            <a:ext cx="13466618" cy="7726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09959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737F1-9803-E61F-5C28-C11E2B8B7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3CB9953-25DD-75D4-9B42-DEC7BE6EA5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2562"/>
            <a:ext cx="12192001" cy="6675437"/>
          </a:xfrm>
        </p:spPr>
      </p:pic>
    </p:spTree>
    <p:extLst>
      <p:ext uri="{BB962C8B-B14F-4D97-AF65-F5344CB8AC3E}">
        <p14:creationId xmlns:p14="http://schemas.microsoft.com/office/powerpoint/2010/main" val="8422598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2C0B72-0EBB-A870-6898-9E07F3DB7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48C648A-745F-9194-5A26-68A221373B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</p:spPr>
      </p:pic>
    </p:spTree>
    <p:extLst>
      <p:ext uri="{BB962C8B-B14F-4D97-AF65-F5344CB8AC3E}">
        <p14:creationId xmlns:p14="http://schemas.microsoft.com/office/powerpoint/2010/main" val="25504236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DE5AB-DD27-B187-E088-F65518079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94241AD-4520-7CA5-3DC8-0AFE70E683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970327" cy="6858000"/>
          </a:xfrm>
        </p:spPr>
      </p:pic>
    </p:spTree>
    <p:extLst>
      <p:ext uri="{BB962C8B-B14F-4D97-AF65-F5344CB8AC3E}">
        <p14:creationId xmlns:p14="http://schemas.microsoft.com/office/powerpoint/2010/main" val="826534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097524-A9A8-714F-9EEB-D758E237CE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72387"/>
            <a:ext cx="12191999" cy="7030387"/>
          </a:xfrm>
        </p:spPr>
      </p:pic>
    </p:spTree>
    <p:extLst>
      <p:ext uri="{BB962C8B-B14F-4D97-AF65-F5344CB8AC3E}">
        <p14:creationId xmlns:p14="http://schemas.microsoft.com/office/powerpoint/2010/main" val="14374218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DFDA8A6-C1E9-6571-3510-E264590C49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079" y="0"/>
            <a:ext cx="11243841" cy="6761018"/>
          </a:xfrm>
        </p:spPr>
      </p:pic>
    </p:spTree>
    <p:extLst>
      <p:ext uri="{BB962C8B-B14F-4D97-AF65-F5344CB8AC3E}">
        <p14:creationId xmlns:p14="http://schemas.microsoft.com/office/powerpoint/2010/main" val="28661359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CF4EF-1293-36A8-94A7-CB5F2980B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401CB01-D6EA-6CCB-8261-8962FDEAD4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63265"/>
            <a:ext cx="12192000" cy="7373665"/>
          </a:xfrm>
        </p:spPr>
      </p:pic>
    </p:spTree>
    <p:extLst>
      <p:ext uri="{BB962C8B-B14F-4D97-AF65-F5344CB8AC3E}">
        <p14:creationId xmlns:p14="http://schemas.microsoft.com/office/powerpoint/2010/main" val="1170391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CEAA082-72B3-D8E1-BA58-FD649B386D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1999" cy="7079672"/>
          </a:xfrm>
        </p:spPr>
      </p:pic>
    </p:spTree>
    <p:extLst>
      <p:ext uri="{BB962C8B-B14F-4D97-AF65-F5344CB8AC3E}">
        <p14:creationId xmlns:p14="http://schemas.microsoft.com/office/powerpoint/2010/main" val="4066343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DB5D462-325C-8BE8-7134-66E845915F6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078947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23D87-5006-E97C-0701-9DED091EC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18D632B-146E-D800-7161-371B7CB560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84015" y="-110836"/>
            <a:ext cx="14075029" cy="7913353"/>
          </a:xfrm>
        </p:spPr>
      </p:pic>
    </p:spTree>
    <p:extLst>
      <p:ext uri="{BB962C8B-B14F-4D97-AF65-F5344CB8AC3E}">
        <p14:creationId xmlns:p14="http://schemas.microsoft.com/office/powerpoint/2010/main" val="12453058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7D47A-8A66-F39C-BC39-0B8DD5FA4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1D75309-516A-74BF-8944-977FCA3DEE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3325" y="-955964"/>
            <a:ext cx="13686141" cy="7813964"/>
          </a:xfrm>
        </p:spPr>
      </p:pic>
    </p:spTree>
    <p:extLst>
      <p:ext uri="{BB962C8B-B14F-4D97-AF65-F5344CB8AC3E}">
        <p14:creationId xmlns:p14="http://schemas.microsoft.com/office/powerpoint/2010/main" val="42162740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8D6324-E6E7-3071-6B2C-66252AD9E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DA05E88-4EBA-03C6-E673-465AB465E2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51824" cy="6888299"/>
          </a:xfrm>
        </p:spPr>
      </p:pic>
    </p:spTree>
    <p:extLst>
      <p:ext uri="{BB962C8B-B14F-4D97-AF65-F5344CB8AC3E}">
        <p14:creationId xmlns:p14="http://schemas.microsoft.com/office/powerpoint/2010/main" val="26904445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90100-0343-BC8D-FEF4-B7C1462DF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ECC8FFF-1A21-F73F-1A4E-01E4ECED83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66" y="0"/>
            <a:ext cx="12194966" cy="6856332"/>
          </a:xfrm>
        </p:spPr>
      </p:pic>
    </p:spTree>
    <p:extLst>
      <p:ext uri="{BB962C8B-B14F-4D97-AF65-F5344CB8AC3E}">
        <p14:creationId xmlns:p14="http://schemas.microsoft.com/office/powerpoint/2010/main" val="34950659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067C5-D0CA-BA4F-E3E8-6F983C221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98B6DEC-B5CC-F5ED-9DCE-3BB561A803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7933" cy="6858000"/>
          </a:xfrm>
        </p:spPr>
      </p:pic>
    </p:spTree>
    <p:extLst>
      <p:ext uri="{BB962C8B-B14F-4D97-AF65-F5344CB8AC3E}">
        <p14:creationId xmlns:p14="http://schemas.microsoft.com/office/powerpoint/2010/main" val="30940375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Hadassah Kristel</dc:creator>
  <cp:lastModifiedBy>Hadassah Kristel</cp:lastModifiedBy>
  <cp:revision>7</cp:revision>
  <dcterms:created xsi:type="dcterms:W3CDTF">2023-05-21T06:49:21Z</dcterms:created>
  <dcterms:modified xsi:type="dcterms:W3CDTF">2023-05-21T10:00:46Z</dcterms:modified>
</cp:coreProperties>
</file>