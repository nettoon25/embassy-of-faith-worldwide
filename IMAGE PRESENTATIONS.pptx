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9" r:id="rId1"/>
  </p:sldMasterIdLst>
  <p:notesMasterIdLst>
    <p:notesMasterId r:id="rId10"/>
  </p:notesMasterIdLst>
  <p:sldIdLst>
    <p:sldId id="257" r:id="rId2"/>
    <p:sldId id="263" r:id="rId3"/>
    <p:sldId id="259" r:id="rId4"/>
    <p:sldId id="260" r:id="rId5"/>
    <p:sldId id="256" r:id="rId6"/>
    <p:sldId id="258" r:id="rId7"/>
    <p:sldId id="264" r:id="rId8"/>
    <p:sldId id="262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3969" autoAdjust="0"/>
  </p:normalViewPr>
  <p:slideViewPr>
    <p:cSldViewPr snapToGrid="0">
      <p:cViewPr varScale="1">
        <p:scale>
          <a:sx n="70" d="100"/>
          <a:sy n="70" d="100"/>
        </p:scale>
        <p:origin x="738" y="6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72D3AD-D122-449B-8C28-7DA3899F5A7E}" type="datetimeFigureOut">
              <a:rPr lang="en-US" smtClean="0"/>
              <a:t>7/16/2023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4825E4-EA4F-4844-BA41-FF3DE9A1C6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54050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4825E4-EA4F-4844-BA41-FF3DE9A1C6B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1106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F6EAAD-425D-4A84-A748-7E29DB5804C6}" type="datetimeFigureOut">
              <a:rPr lang="en-US" smtClean="0"/>
              <a:t>7/16/2023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6D6F10-CED8-4D43-8D2F-31DCE6225F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8193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F6EAAD-425D-4A84-A748-7E29DB5804C6}" type="datetimeFigureOut">
              <a:rPr lang="en-US" smtClean="0"/>
              <a:t>7/16/2023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6D6F10-CED8-4D43-8D2F-31DCE6225F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3241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F6EAAD-425D-4A84-A748-7E29DB5804C6}" type="datetimeFigureOut">
              <a:rPr lang="en-US" smtClean="0"/>
              <a:t>7/16/2023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6D6F10-CED8-4D43-8D2F-31DCE6225F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47682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F6EAAD-425D-4A84-A748-7E29DB5804C6}" type="datetimeFigureOut">
              <a:rPr lang="en-US" smtClean="0"/>
              <a:t>7/16/2023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6D6F10-CED8-4D43-8D2F-31DCE6225F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74851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F6EAAD-425D-4A84-A748-7E29DB5804C6}" type="datetimeFigureOut">
              <a:rPr lang="en-US" smtClean="0"/>
              <a:t>7/16/2023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6D6F10-CED8-4D43-8D2F-31DCE6225F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5628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F6EAAD-425D-4A84-A748-7E29DB5804C6}" type="datetimeFigureOut">
              <a:rPr lang="en-US" smtClean="0"/>
              <a:t>7/16/2023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6D6F10-CED8-4D43-8D2F-31DCE6225F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71433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F6EAAD-425D-4A84-A748-7E29DB5804C6}" type="datetimeFigureOut">
              <a:rPr lang="en-US" smtClean="0"/>
              <a:t>7/16/2023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6D6F10-CED8-4D43-8D2F-31DCE6225F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0663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F6EAAD-425D-4A84-A748-7E29DB5804C6}" type="datetimeFigureOut">
              <a:rPr lang="en-US" smtClean="0"/>
              <a:t>7/16/2023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6D6F10-CED8-4D43-8D2F-31DCE6225F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7715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F6EAAD-425D-4A84-A748-7E29DB5804C6}" type="datetimeFigureOut">
              <a:rPr lang="en-US" smtClean="0"/>
              <a:t>7/16/2023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6D6F10-CED8-4D43-8D2F-31DCE6225F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1842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F6EAAD-425D-4A84-A748-7E29DB5804C6}" type="datetimeFigureOut">
              <a:rPr lang="en-US" smtClean="0"/>
              <a:t>7/16/2023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6D6F10-CED8-4D43-8D2F-31DCE6225F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120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F6EAAD-425D-4A84-A748-7E29DB5804C6}" type="datetimeFigureOut">
              <a:rPr lang="en-US" smtClean="0"/>
              <a:t>7/16/2023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6D6F10-CED8-4D43-8D2F-31DCE6225FCA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19639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F6EAAD-425D-4A84-A748-7E29DB5804C6}" type="datetimeFigureOut">
              <a:rPr lang="en-US" smtClean="0"/>
              <a:t>7/16/2023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6D6F10-CED8-4D43-8D2F-31DCE6225F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7315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F6EAAD-425D-4A84-A748-7E29DB5804C6}" type="datetimeFigureOut">
              <a:rPr lang="en-US" smtClean="0"/>
              <a:t>7/16/2023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6D6F10-CED8-4D43-8D2F-31DCE6225FCA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215644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F6EAAD-425D-4A84-A748-7E29DB5804C6}" type="datetimeFigureOut">
              <a:rPr lang="en-US" smtClean="0"/>
              <a:t>7/16/2023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6D6F10-CED8-4D43-8D2F-31DCE6225F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2531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F6EAAD-425D-4A84-A748-7E29DB5804C6}" type="datetimeFigureOut">
              <a:rPr lang="en-US" smtClean="0"/>
              <a:t>7/16/2023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6D6F10-CED8-4D43-8D2F-31DCE6225F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78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F6EAAD-425D-4A84-A748-7E29DB5804C6}" type="datetimeFigureOut">
              <a:rPr lang="en-US" smtClean="0"/>
              <a:t>7/16/2023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6D6F10-CED8-4D43-8D2F-31DCE6225F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0862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F6EAAD-425D-4A84-A748-7E29DB5804C6}" type="datetimeFigureOut">
              <a:rPr lang="en-US" smtClean="0"/>
              <a:t>7/16/2023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fld id="{486D6F10-CED8-4D43-8D2F-31DCE6225F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1980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0" r:id="rId1"/>
    <p:sldLayoutId id="2147483781" r:id="rId2"/>
    <p:sldLayoutId id="2147483782" r:id="rId3"/>
    <p:sldLayoutId id="2147483783" r:id="rId4"/>
    <p:sldLayoutId id="2147483784" r:id="rId5"/>
    <p:sldLayoutId id="2147483785" r:id="rId6"/>
    <p:sldLayoutId id="2147483786" r:id="rId7"/>
    <p:sldLayoutId id="2147483787" r:id="rId8"/>
    <p:sldLayoutId id="2147483788" r:id="rId9"/>
    <p:sldLayoutId id="2147483789" r:id="rId10"/>
    <p:sldLayoutId id="2147483790" r:id="rId11"/>
    <p:sldLayoutId id="2147483791" r:id="rId12"/>
    <p:sldLayoutId id="2147483792" r:id="rId13"/>
    <p:sldLayoutId id="2147483793" r:id="rId14"/>
    <p:sldLayoutId id="2147483794" r:id="rId15"/>
    <p:sldLayoutId id="2147483795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23435D4-0C50-C601-AD3B-81BB1E1D4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9145" y="1653598"/>
            <a:ext cx="10515600" cy="4012911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BFC3FD54-E742-2890-35DC-8541F10C29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93224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3A48E6C-BF9C-1EE6-643B-33A8CA9BCE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US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ctr">
              <a:buNone/>
            </a:pPr>
            <a:r>
              <a:rPr lang="en-US" sz="4400" b="1" i="1" dirty="0">
                <a:solidFill>
                  <a:schemeClr val="tx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TITHE AND OFFERING</a:t>
            </a:r>
          </a:p>
          <a:p>
            <a:pPr marL="0" indent="0" algn="ctr">
              <a:buNone/>
            </a:pPr>
            <a:r>
              <a:rPr lang="en-US" sz="4000" b="1" i="1" dirty="0">
                <a:solidFill>
                  <a:schemeClr val="tx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EQUITY BANK</a:t>
            </a:r>
          </a:p>
          <a:p>
            <a:pPr marL="0" indent="0" algn="ctr">
              <a:buNone/>
            </a:pPr>
            <a:endParaRPr lang="en-US" sz="4800" b="1" dirty="0">
              <a:solidFill>
                <a:schemeClr val="tx2">
                  <a:lumMod val="50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ctr">
              <a:buNone/>
            </a:pPr>
            <a:r>
              <a:rPr lang="en-US" sz="4800" b="1" dirty="0">
                <a:solidFill>
                  <a:schemeClr val="tx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PAYBILL NO : </a:t>
            </a:r>
            <a:r>
              <a:rPr lang="en-US" sz="8800" b="1" dirty="0">
                <a:solidFill>
                  <a:schemeClr val="tx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247247</a:t>
            </a:r>
            <a:endParaRPr lang="en-US" sz="6600" b="1" dirty="0">
              <a:solidFill>
                <a:schemeClr val="tx2">
                  <a:lumMod val="50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ctr">
              <a:buNone/>
            </a:pPr>
            <a:r>
              <a:rPr lang="en-US" sz="4800" b="1" dirty="0">
                <a:solidFill>
                  <a:schemeClr val="tx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ACCOUNT NO : </a:t>
            </a:r>
            <a:r>
              <a:rPr lang="en-US" sz="8800" b="1" dirty="0">
                <a:solidFill>
                  <a:schemeClr val="tx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391915</a:t>
            </a:r>
            <a:endParaRPr lang="en-US" sz="6600" b="1" dirty="0">
              <a:solidFill>
                <a:schemeClr val="tx2">
                  <a:lumMod val="50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32885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xmlns="" id="{EE23D724-836F-C5EC-772B-BFE5DEF83D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</p:spPr>
      </p:pic>
    </p:spTree>
    <p:extLst>
      <p:ext uri="{BB962C8B-B14F-4D97-AF65-F5344CB8AC3E}">
        <p14:creationId xmlns:p14="http://schemas.microsoft.com/office/powerpoint/2010/main" val="13432657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xmlns="" id="{480F118F-3258-7816-F8EC-A8C2964C4D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16398"/>
            <a:ext cx="12336905" cy="8038700"/>
          </a:xfrm>
        </p:spPr>
      </p:pic>
    </p:spTree>
    <p:extLst>
      <p:ext uri="{BB962C8B-B14F-4D97-AF65-F5344CB8AC3E}">
        <p14:creationId xmlns:p14="http://schemas.microsoft.com/office/powerpoint/2010/main" val="20832844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C6425F06-2EC7-092E-D0EB-43ED880508B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FE4F4C74-F693-73BC-ED01-990E33557D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31645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xmlns="" id="{5056B568-0C53-1B9B-AA18-D0E8717BD9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1"/>
          </a:xfrm>
        </p:spPr>
      </p:pic>
    </p:spTree>
    <p:extLst>
      <p:ext uri="{BB962C8B-B14F-4D97-AF65-F5344CB8AC3E}">
        <p14:creationId xmlns:p14="http://schemas.microsoft.com/office/powerpoint/2010/main" val="42152681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xmlns="" id="{4E18963D-790B-8B94-AB2E-FECEBAC9D8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35461430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xmlns="" id="{18CC78E8-BD32-841F-9F07-E194B0FF0E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40952694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F496CB"/>
      </a:accent1>
      <a:accent2>
        <a:srgbClr val="BC356F"/>
      </a:accent2>
      <a:accent3>
        <a:srgbClr val="E65331"/>
      </a:accent3>
      <a:accent4>
        <a:srgbClr val="F27E19"/>
      </a:accent4>
      <a:accent5>
        <a:srgbClr val="F2AC19"/>
      </a:accent5>
      <a:accent6>
        <a:srgbClr val="BC80E0"/>
      </a:accent6>
      <a:hlink>
        <a:srgbClr val="EF5285"/>
      </a:hlink>
      <a:folHlink>
        <a:srgbClr val="F77F90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23659B44-6E34-4CE8-8F0D-387DA79968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452</TotalTime>
  <Words>14</Words>
  <Application>Microsoft Office PowerPoint</Application>
  <PresentationFormat>Widescreen</PresentationFormat>
  <Paragraphs>7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Cambria</vt:lpstr>
      <vt:lpstr>Trebuchet MS</vt:lpstr>
      <vt:lpstr>Wingdings 3</vt:lpstr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Hadassah Kristel</dc:creator>
  <cp:lastModifiedBy>Embassy</cp:lastModifiedBy>
  <cp:revision>16</cp:revision>
  <dcterms:created xsi:type="dcterms:W3CDTF">2023-05-21T15:50:29Z</dcterms:created>
  <dcterms:modified xsi:type="dcterms:W3CDTF">2023-07-16T09:20:00Z</dcterms:modified>
</cp:coreProperties>
</file>